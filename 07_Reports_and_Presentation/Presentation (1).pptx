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Attrition &amp; Workforce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| Python | IBM HR Analytics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Understand patterns associated with employee attrition.</a:t>
            </a:r>
          </a:p>
          <a:p>
            <a:pPr>
              <a:defRPr sz="2000"/>
            </a:pPr>
            <a:r>
              <a:t>Explore department, job role, overtime, income, satisfaction, distance, age, and work-life balance.</a:t>
            </a:r>
          </a:p>
          <a:p>
            <a:pPr>
              <a:defRPr sz="2000"/>
            </a:pPr>
            <a:r>
              <a:t>Provide practical, evidence-aware recommendations for HR.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quality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1,470 employee records and 35 columns.</a:t>
            </a:r>
          </a:p>
          <a:p>
            <a:pPr>
              <a:defRPr sz="2000"/>
            </a:pPr>
            <a:r>
              <a:t>Overall attrition rate: 16.12%.</a:t>
            </a:r>
          </a:p>
          <a:p>
            <a:pPr>
              <a:defRPr sz="2000"/>
            </a:pPr>
            <a:r>
              <a:t>Exact duplicate rows: 0; missing cells: 0.</a:t>
            </a:r>
          </a:p>
          <a:p>
            <a:pPr>
              <a:defRPr sz="2000"/>
            </a:pPr>
            <a:r>
              <a:t>Potential outliers are flagged, not automatically deleted.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observed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Overall attrition: 16.12% (237 leavers out of 1470 employee records).</a:t>
            </a:r>
          </a:p>
          <a:p>
            <a:pPr>
              <a:defRPr sz="2000"/>
            </a:pPr>
            <a:r>
              <a:t>Highest observed attrition rate by Department: Sales (20.6%; n=446). Check group size before drawing conclusions.</a:t>
            </a:r>
          </a:p>
          <a:p>
            <a:pPr>
              <a:defRPr sz="2000"/>
            </a:pPr>
            <a:r>
              <a:t>Highest observed attrition rate by JobRole: Sales Representative (39.8%; n=83). Check group size before drawing conclusions.</a:t>
            </a:r>
          </a:p>
          <a:p>
            <a:pPr>
              <a:defRPr sz="2000"/>
            </a:pPr>
            <a:r>
              <a:t>Highest observed attrition rate by OverTime: Yes (30.5%; n=416). Check group size before drawing conclusions.</a:t>
            </a:r>
          </a:p>
          <a:p>
            <a:pPr>
              <a:defRPr sz="2000"/>
            </a:pPr>
            <a:r>
              <a:t>Highest observed attrition rate by BusinessTravel: Travel_Frequently (24.9%; n=277). Check group size before drawing conclusions.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HR can investigate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Review overtime demands and workload distribution.</a:t>
            </a:r>
          </a:p>
          <a:p>
            <a:pPr>
              <a:defRPr sz="2000"/>
            </a:pPr>
            <a:r>
              <a:t>Explore retention barriers in job roles with elevated observed rates.</a:t>
            </a:r>
          </a:p>
          <a:p>
            <a:pPr>
              <a:defRPr sz="2000"/>
            </a:pPr>
            <a:r>
              <a:t>Pair satisfaction and work-life balance results with employee feedback.</a:t>
            </a:r>
          </a:p>
          <a:p>
            <a:pPr>
              <a:defRPr sz="2000"/>
            </a:pPr>
            <a:r>
              <a:t>Review compensation with job level, tenure, and pay equity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Review overtime workload and staffing practices; compare attrition rates and group sizes before changing policy.</a:t>
            </a:r>
          </a:p>
          <a:p>
            <a:pPr>
              <a:defRPr sz="2000"/>
            </a:pPr>
            <a:r>
              <a:t>Investigate high-attrition job roles with HR interviews and role-specific retention analysis.</a:t>
            </a:r>
          </a:p>
          <a:p>
            <a:pPr>
              <a:defRPr sz="2000"/>
            </a:pPr>
            <a:r>
              <a:t>Evaluate compensation bands and career progression using pay equity and job-level context rather than salary alone.</a:t>
            </a:r>
          </a:p>
          <a:p>
            <a:pPr>
              <a:defRPr sz="2000"/>
            </a:pPr>
            <a:r>
              <a:t>Review job satisfaction and work-life balance feedback alongside manager and team context.</a:t>
            </a:r>
          </a:p>
          <a:p>
            <a:pPr>
              <a:defRPr sz="2000"/>
            </a:pPr>
            <a:r>
              <a:t>Use voluntary, privacy-respecting employee feedback and repeat analyses over time if dated records become 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Observational analysis; associations do not prove causality.</a:t>
            </a:r>
          </a:p>
          <a:p>
            <a:pPr>
              <a:defRPr sz="2000"/>
            </a:pPr>
            <a:r>
              <a:t>Group sizes and business context matter when comparing attrition rates.</a:t>
            </a:r>
          </a:p>
          <a:p>
            <a:pPr>
              <a:defRPr sz="2000"/>
            </a:pPr>
            <a:r>
              <a:t>No appropriate date field is available for time-series analysis.</a:t>
            </a:r>
          </a:p>
          <a:p>
            <a:pPr>
              <a:defRPr sz="2000"/>
            </a:pPr>
            <a:r>
              <a:t>Validate findings with HR stakeholders and repeat with time-stamped data if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